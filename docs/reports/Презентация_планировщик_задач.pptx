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Inter"/>
              </a:rPr>
              <a:t>Брянский государственный инженерно-технологический университет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080"/>
                </a:solidFill>
                <a:latin typeface="Inter"/>
              </a:rPr>
              <a:t>Многопрофильный колледж · Кафедра «Информационные технологии»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Inter"/>
              </a:rPr>
              <a:t>Проект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2233"/>
                </a:solidFill>
                <a:latin typeface="Inter"/>
              </a:rPr>
              <a:t>«Планировщик задач»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B7080"/>
                </a:solidFill>
                <a:latin typeface="Inter"/>
              </a:rPr>
              <a:t>Веб-приложение на FastAPI + SQLite + Jinja2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Выполнил: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Магасумов М. И., группа ИСП(спо)-209-2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Inter"/>
              </a:rPr>
              <a:t>№ зачётной книжки: 24-2.250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Приняли: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233"/>
                </a:solidFill>
                <a:latin typeface="Inter"/>
              </a:rPr>
              <a:t>преподаватель И. В. Мартыненко (практики 1,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233"/>
                </a:solidFill>
                <a:latin typeface="Inter"/>
              </a:rPr>
              <a:t>канд. экон. наук, доц. Н. Ю. Азаренко (практика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778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233"/>
                </a:solidFill>
                <a:latin typeface="Inter"/>
              </a:rPr>
              <a:t>канд. экон. наук, доц. О. Д. Казаков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Inter"/>
              </a:rPr>
              <a:t>Брянск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233"/>
                </a:solidFill>
                <a:latin typeface="Inter"/>
              </a:rPr>
              <a:t>Тема №2: «Планировщик задач»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080"/>
                </a:solidFill>
                <a:latin typeface="Inter"/>
              </a:rPr>
              <a:t>Разработать веб-приложение, которое реализует обязательные функциональные требования</a:t>
            </a:r>
          </a:p>
          <a:p>
            <a:pPr algn="l"/>
            <a:r>
              <a:rPr sz="1600" b="0">
                <a:solidFill>
                  <a:srgbClr val="6B7080"/>
                </a:solidFill>
                <a:latin typeface="Inter"/>
              </a:rPr>
              <a:t>из методички по учебной/производственной практике 2-го курса СПО.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Inter"/>
              </a:rPr>
              <a:t>Обязательные функции: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233"/>
                </a:solidFill>
                <a:latin typeface="Inter"/>
              </a:rPr>
              <a:t>•  Добавление и удаление задач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233"/>
                </a:solidFill>
                <a:latin typeface="Inter"/>
              </a:rPr>
              <a:t>•  Установка приоритетов задач (низкий / средний / высокий)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233"/>
                </a:solidFill>
                <a:latin typeface="Inter"/>
              </a:rPr>
              <a:t>•  Назначение задач другим пользователям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233"/>
                </a:solidFill>
                <a:latin typeface="Inter"/>
              </a:rPr>
              <a:t>•  Отслеживание выполнения задач (статусы, канбан-доска)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Цель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4206240"/>
          </a:xfrm>
          <a:prstGeom prst="roundRect">
            <a:avLst/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2412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>Освоить полный цикл разработки веб-приложения —</a:t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>от проектирования и Figma-макетов до серверного кода на FastAPI</a:t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/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>и реализовать удобный, понятный планировщик задач,</a:t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>который автоматизирует ведение списка дел,</a:t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/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>позволяет работать командой через назначение задач исполнителю,</a:t>
            </a:r>
          </a:p>
          <a:p>
            <a:pPr algn="l"/>
            <a:r>
              <a:rPr sz="1800" b="0">
                <a:solidFill>
                  <a:srgbClr val="1F2233"/>
                </a:solidFill>
                <a:latin typeface="Inter"/>
              </a:rPr>
              <a:t>обмен комментариями и группировку по проектам.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080"/>
                </a:solidFill>
                <a:latin typeface="Inter"/>
              </a:rPr>
              <a:t>Индивидуальная разработка — один исполнитель во всех четырёх ролях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194560"/>
            <a:ext cx="9144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233"/>
                </a:solidFill>
                <a:latin typeface="Inter"/>
              </a:rPr>
              <a:t>Магасумов Матвей Ильдарович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718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Inter"/>
              </a:rPr>
              <a:t>Группа ИСП(спо)-209-2 · № зачётной книжки 24-2.250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Аналитик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6576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сбор и описание функциональных требований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1605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Дизайнер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16052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проектирование макета в Figma, цветовая схема, типографика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66344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66344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вёрстка на HTML/CSS, Jinja2, минимальный JS, адаптивный дизайн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1663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16636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FastAPI, SQLAlchemy, SQLite, аутентификация, бизнес-логика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Стек технологий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Inter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Python 3.12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FastAPI 0.115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SQLAlchemy 2.0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Uvicorn (ASGI)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bcrypt — хеши паролей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4630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7373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Inter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HTML5 (семантика)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CSS3 (Grid, Flexbox)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Jinja2-шаблоны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минимальный JS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адаптив @media 920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4630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Inter"/>
              </a:rPr>
              <a:t>Данные и инструменты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SQLite (файл tasks.db)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Pydantic (валидация)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Git + GitHub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Figma — макеты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233"/>
                </a:solidFill>
                <a:latin typeface="Inter"/>
              </a:rPr>
              <a:t>•  Playwright — скриншоты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Функционал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Inter"/>
              </a:rPr>
              <a:t>Реализованные функции приложения «Планировщик задач»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Inter"/>
              </a:rPr>
              <a:t>Обязательные функции (по методичке)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Регистрация и вход (bcrypt + сессия)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Создание / редактирование / удаление задач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Приоритеты: низкий, средний, высокий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Назначение задачи исполнителю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Отслеживание статуса (todo / in_progress / done)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Канбан-доска и статистика на главной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Inter"/>
              </a:rPr>
              <a:t>Дополнительные функции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Сроки выполнения (дедлайны)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Уведомления о просроченных и скоро-дедлайн задачах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Группировка задач по проектам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Произвольный цвет проекта и прогресс-бар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Комментарии к задачам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233"/>
                </a:solidFill>
                <a:latin typeface="Inter"/>
              </a:rPr>
              <a:t>•  Адаптивная вёрстка для смартфонов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Целевая аудитория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Inter"/>
              </a:rPr>
              <a:t>Студенты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9260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Учебные задачи: курсовые, лабораторные, домашние задания. Дедлайны и приоритеты помогают не забывать о горящих сдачах.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1031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Inter"/>
              </a:rPr>
              <a:t>Учащиеся колледжей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834640"/>
            <a:ext cx="29260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Личный планировщик и групповая работа над проектами по практикам и модулям.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1031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Inter"/>
              </a:rPr>
              <a:t>Малые команды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834640"/>
            <a:ext cx="29260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До 10 человек: распределение задач между исполнителями, статусы выполнения, комментарии вместо чатов.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Полученные результаты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Inter"/>
              </a:rPr>
              <a:t>Готов дизайн-макет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233"/>
                </a:solidFill>
                <a:latin typeface="Inter"/>
              </a:rPr>
              <a:t>4 фрейма в Figma: 2 веб + 2 мобильных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Inter"/>
              </a:rPr>
              <a:t>Готова вёрстка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233"/>
                </a:solidFill>
                <a:latin typeface="Inter"/>
              </a:rPr>
              <a:t>Полностью соответствует Figma, адаптив для мобильных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Inter"/>
              </a:rPr>
              <a:t>Готов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233"/>
                </a:solidFill>
                <a:latin typeface="Inter"/>
              </a:rPr>
              <a:t>FastAPI, SQLite, авторизация, CRUD задач/проектов/комментариев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7160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5544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Inter"/>
              </a:rPr>
              <a:t>Готова документация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4884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233"/>
                </a:solidFill>
                <a:latin typeface="Inter"/>
              </a:rPr>
              <a:t>3 отчёта, дневник, презентация, листинг кода</a:t>
            </a:r>
          </a:p>
        </p:txBody>
      </p:sp>
      <p:pic>
        <p:nvPicPr>
          <p:cNvPr id="17" name="Picture 16" descr="web_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0"/>
            <a:ext cx="6858000" cy="428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4465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Inter"/>
              </a:rPr>
              <a:t>Рисунок 1 — Главный экран приложения (канбан-доска)</a:t>
            </a:r>
          </a:p>
        </p:txBody>
      </p:sp>
      <p:pic>
        <p:nvPicPr>
          <p:cNvPr id="19" name="Picture 18" descr="mobile_0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474720"/>
            <a:ext cx="1373225" cy="2971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55279" y="6446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Inter"/>
              </a:rPr>
              <a:t>Рисунок 2 — Мобильная версия дашборда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4F46E5"/>
                </a:solidFill>
                <a:latin typeface="Inter"/>
              </a:rPr>
              <a:t>Демонстрация программного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Inter"/>
              </a:rPr>
              <a:t>Исходный код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233"/>
                </a:solidFill>
                <a:latin typeface="Inter"/>
              </a:rPr>
              <a:t>github.com/MatveyHG32/2-PRAKTIKA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080"/>
                </a:solidFill>
                <a:latin typeface="Inter"/>
              </a:rPr>
              <a:t>Ветка: magasumov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Inter"/>
              </a:rPr>
              <a:t>Демо-аккаунт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233"/>
                </a:solidFill>
                <a:latin typeface="Inter"/>
              </a:rPr>
              <a:t>•  matvey / matvey2026 — основной пользователь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233"/>
                </a:solidFill>
                <a:latin typeface="Inter"/>
              </a:rPr>
              <a:t>•  sergey / sergey2026 — исполнитель задач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233"/>
                </a:solidFill>
                <a:latin typeface="Inter"/>
              </a:rPr>
              <a:t>•  anna   / anna2026   — ревьюер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Inter"/>
              </a:rPr>
              <a:t>Запуск (Windows)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233"/>
                </a:solidFill>
                <a:latin typeface="Inter"/>
              </a:rPr>
              <a:t>Двойной клик по файлу run.bat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Inter"/>
              </a:rPr>
              <a:t>Приложение откроется на http://127.0.0.1:8000</a:t>
            </a:r>
          </a:p>
        </p:txBody>
      </p:sp>
      <p:pic>
        <p:nvPicPr>
          <p:cNvPr id="13" name="Picture 12" descr="web_02_task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754880" cy="2971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521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080"/>
                </a:solidFill>
                <a:latin typeface="Inter"/>
              </a:rPr>
              <a:t>Карточка задачи с комментариями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